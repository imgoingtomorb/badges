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4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414F1-5432-47F8-A547-91326F3ECB3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A72DB-70AD-4D7C-8AED-CF9DAEAC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1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A72DB-70AD-4D7C-8AED-CF9DAEACA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A72DB-70AD-4D7C-8AED-CF9DAEACA7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52DB-09FF-C798-4681-9B5AA34CE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B646A-D917-7132-4274-2506F3FF8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62F66-D48F-AA5E-EAD3-207E081D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19DD7-57D1-F0A6-687D-92C1434A3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2BD9-10C5-2F3B-8432-116DBDAA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4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87B4-3DE4-E43A-BA87-84A6CBD1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16AC7-A28C-6D01-BB32-539114E5C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02A1-57F4-E9EA-1175-796A4881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40CE-DF0F-C1FD-F417-E032E9E8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83880-4379-2A8B-F383-080778B3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2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C50A-21DD-4919-0714-6BA3F527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0DAB-481A-CE5D-99B8-9BEDB3CAA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87C09-806A-7CE6-A82E-6E47C74C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99921-4168-4788-06CA-7609A54B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EEB6B-ECBE-CD87-841F-D2885068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7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4B4E-FCAE-FDAA-FEA3-4D44BEA9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14E1-F050-CEC1-C646-982A2B548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A54B7-00FD-B397-D90D-B4D3DA640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5C06F-66F4-A1E4-E43B-5E98FAAE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2E1FA-DDA4-0579-22E6-8BEA5F56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28406-5CCE-8211-C2AF-FCE52371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7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BBDF-CD3D-2C65-806D-E3B0220A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E437-1630-5160-1090-DD09F811A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99A54-38D8-107C-DB10-9371D8A8A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0B2BF-FB86-078B-4B78-857EDCA8D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BE11A-6460-83D2-9FE5-44FE9F42C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D9A4B-C756-450C-DDF8-12505A0CF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82822-AEE3-F466-6362-42BD09BE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B1B10F-A9D3-18F5-313F-0D1BC27E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8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D5F9-3E83-B49D-A0E8-B76BF49A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54018-FA8B-E2BA-A70C-2FAB1145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CD29F-ACB5-6827-3A72-7D52121A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568BC-9E6F-0E20-B661-4878619C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6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139D1-C20D-F865-98CF-2D46183F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4471C-D101-07CF-1303-7CB1DED3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13D0-8158-F752-E24E-CE97ADFA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0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9103-3A9E-3404-8BB2-0AFD851D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9A6D-BCF6-E5E3-E649-521B7852D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0CAE6-BE4B-0432-131C-908831F3A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998E1-28E6-C588-077F-78368A5D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79C1-BCCF-CD12-C200-3B4A1DE7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39DD0-6B9C-FB10-8357-A59E16F9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9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8573-8EFB-EA46-AF0C-FC499937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C1144-C12A-1EF8-AB1D-43CCE153E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2D481-EF7A-4CA9-FCB8-68B9EE3D2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1D525-70BB-58CD-EA15-9C82D587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ABED8-46CA-62C9-EEEB-ED7BA2B9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87E9F-C8EB-B577-0F3C-F6DC9AA6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0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9577-D4C9-2F53-A18B-8FDCE854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93264-83C7-C75D-832A-2250555A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C88AE-0314-2FDC-1A1A-60A6AB9E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A5647-DCE5-A031-8A69-3D3A2398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A3F5-0667-8C4F-B448-AE1738BE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9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CFB4F-1D5E-1495-108E-AB234DDF2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6980D-1BC9-4536-2C3C-183621AE3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6AD4-68DD-C846-1135-F0F9B785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2283E-390A-DB74-375B-C453A53A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B678-2385-7B9B-9018-09A277B3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A1E61-33D4-AB38-1698-9FEE3B07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849C5-E6B8-BC6A-11FC-98435C314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F635-55BF-465F-A110-9640B5672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FB004-9728-4E68-8E6F-8A1E881B5BA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5113-7134-56B3-E8B2-91A7B1FD0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A0765-5D61-CB5F-538C-976FF0BC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47B06-D0D4-4EAC-A400-4F69C2698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8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255CC-8E5D-6A37-114E-59C6C7FBE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" r="2" b="8384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387A23-778D-7A11-586E-48F943A90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3962400"/>
            <a:ext cx="5505814" cy="1690409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/>
              <a:t>Space </a:t>
            </a:r>
            <a:r>
              <a:rPr lang="en-US" sz="4400" dirty="0" err="1"/>
              <a:t>Exploation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B630B-4060-9AB4-B4B5-9CADDAB40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5709565"/>
            <a:ext cx="5395975" cy="64678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!!!!!!!!!!!!!!!!!!!!!!!!!!!!!!!!!!!!!!!!!!!!!!!!!!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6A6F1-B5E7-6DF0-FDD0-1CBEDCB00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8" r="12312" b="3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5788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3A47-76A8-6FDF-D6BF-EE056E6A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E10629-1FE3-1852-0C35-C46D81DE8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6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8687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87DA-2E28-C1D1-C4E1-9E1D62E5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4033-6D19-C48D-D8DD-90DFE63A0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358A5-E22E-7ED9-DC03-ECD56B612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8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B239-0009-02DB-1088-C18BFD04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B4B17-0BD7-54EA-9CC6-32EA40534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7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5D5D-6D70-A1F7-3BC3-2571D24F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98743-E98B-27FD-0070-C0082D92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464" y="2506662"/>
            <a:ext cx="431153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872A6-F190-4D0D-58C3-7DA002CBC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465" y="0"/>
            <a:ext cx="4311535" cy="318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194BB-CEB7-9BD8-64B4-1FF67E948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880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3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C32E-9C00-7573-5809-C9DE4BB7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ENDINGGGG!!!!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5902B-3135-0473-105F-A1EEA5EB9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825625"/>
            <a:ext cx="116433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chu Picchu Peru: The lost city of the Incas">
            <a:extLst>
              <a:ext uri="{FF2B5EF4-FFF2-40B4-BE49-F238E27FC236}">
                <a16:creationId xmlns:a16="http://schemas.microsoft.com/office/drawing/2014/main" id="{68752532-ACA9-A8B5-53F8-9E0DFC98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4C579-E82E-D53D-4406-862190D9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Collector’s Card of a Space Person!!!!!!!!!!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F805-E6B9-A38F-4A67-BB6DC9C1F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3 Fun Facts (Birthdays are not fun facts)</a:t>
            </a:r>
          </a:p>
          <a:p>
            <a:r>
              <a:rPr lang="en-US" sz="2000"/>
              <a:t>No Neil Armstrong (He’s too boring)</a:t>
            </a:r>
          </a:p>
          <a:p>
            <a:r>
              <a:rPr lang="en-US" sz="2000"/>
              <a:t>Real Person (No fictional people)</a:t>
            </a:r>
          </a:p>
          <a:p>
            <a:r>
              <a:rPr lang="en-US" sz="2000"/>
              <a:t>Person should be an astronaut, investor/space advocate, or scientist related to space or physics research.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3211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7A73-CE98-BF8B-9328-274A39FA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42026-8D24-1AF5-405A-F7E967715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127" y="1825625"/>
            <a:ext cx="65577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3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7146-908A-9510-B8FB-75CC3734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C742-F845-8ED5-529D-751782BA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Palace of Versailles | History &amp; Facts | Britannica">
            <a:extLst>
              <a:ext uri="{FF2B5EF4-FFF2-40B4-BE49-F238E27FC236}">
                <a16:creationId xmlns:a16="http://schemas.microsoft.com/office/drawing/2014/main" id="{3EF7A87E-D49F-41D5-40F7-6D68D1C3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112" y="2576946"/>
            <a:ext cx="782302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9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63</Words>
  <Application>Microsoft Office PowerPoint</Application>
  <PresentationFormat>Widescreen</PresentationFormat>
  <Paragraphs>13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Space Exploation</vt:lpstr>
      <vt:lpstr>PowerPoint Presentation</vt:lpstr>
      <vt:lpstr>PowerPoint Presentation</vt:lpstr>
      <vt:lpstr>1</vt:lpstr>
      <vt:lpstr>PowerPoint Presentation</vt:lpstr>
      <vt:lpstr>ENDINGGGG!!!!</vt:lpstr>
      <vt:lpstr>Collector’s Card of a Space Person!!!!!!!!!!</vt:lpstr>
      <vt:lpstr>Space Base</vt:lpstr>
      <vt:lpstr>Robot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APEx</dc:creator>
  <cp:lastModifiedBy>APEx</cp:lastModifiedBy>
  <cp:revision>7</cp:revision>
  <dcterms:created xsi:type="dcterms:W3CDTF">2026-07-14T20:45:22Z</dcterms:created>
  <dcterms:modified xsi:type="dcterms:W3CDTF">2026-08-03T19:54:39Z</dcterms:modified>
</cp:coreProperties>
</file>