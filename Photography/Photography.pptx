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0" r:id="rId6"/>
    <p:sldId id="259" r:id="rId7"/>
    <p:sldId id="262" r:id="rId8"/>
    <p:sldId id="263" r:id="rId9"/>
    <p:sldId id="264" r:id="rId10"/>
    <p:sldId id="27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29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B2A0F-0C58-0E4C-D143-BE4A2049A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60BE3D-60F5-5F58-9D36-18BFF7CCA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9D89F-F0FE-61D8-56F4-96F956D9F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52165-1984-4F37-AEDE-682E672AB925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EB5B9-4ABE-F37C-B1D8-B9EE8E96C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F6604-14EA-5F01-3173-E91294800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75838-1B77-43FB-ACE6-1D044A711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81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04816-F27D-23C1-5100-C830A07FD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09201-C365-92A8-6AC8-87807307C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727F1-9B2C-E0DC-F6DB-1FE0F13A1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52165-1984-4F37-AEDE-682E672AB925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D729A-7748-00F4-B1D8-0491ABCF0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2B107-4D71-EB0A-4AF2-92EEDFFCE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75838-1B77-43FB-ACE6-1D044A711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19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24972-48D8-F4BD-0453-6B6270B27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C59E32-9711-3FD2-50D2-5CD1A184B1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357C-7AC7-BA36-8599-54EFC67F6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52165-1984-4F37-AEDE-682E672AB925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A8CC8-1939-0D5B-B121-950BEE3AF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2BC86-8762-2880-4E66-821DF75E0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75838-1B77-43FB-ACE6-1D044A711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866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7E3A8-30FB-42B5-47DA-2A81BFFED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53007-B1BC-CBAB-FD08-1B4AB4115E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192B5-32E9-8032-8CD4-673D853F60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8C492F-43E6-69BF-FCE2-984B79029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52165-1984-4F37-AEDE-682E672AB925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5A386B-0E5B-D787-FD5C-A16FB0ED5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14C511-3201-2186-FC51-056D8D60A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75838-1B77-43FB-ACE6-1D044A711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771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D080B-BDCA-7AFE-0A7E-6DDAD3616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E24A92-8F13-1B97-03BE-877A0F19A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79A8E1-6485-98C7-1868-DE82FECA1B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0A5D95-A768-E6F4-11AB-AD4386BD86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482BC8-65E3-EEAC-FD52-FCFBAF736F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32EC48-635E-DB18-732C-D54E12F67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52165-1984-4F37-AEDE-682E672AB925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B6ACA1-1231-DB5C-A179-FEAA9142E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398FDA-2568-EA4D-DE9D-A2076B05E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75838-1B77-43FB-ACE6-1D044A711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925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C0F40-AD82-0A82-6479-85FA7F598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34706A-D862-A0FF-01FC-D868E9990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52165-1984-4F37-AEDE-682E672AB925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06EDA9-1DE4-D3C0-1EA0-1F8A31096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2760F7-E802-6F99-3CC4-D659F1223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75838-1B77-43FB-ACE6-1D044A711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89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A5526A-05E6-B83A-D711-9CF23AF07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52165-1984-4F37-AEDE-682E672AB925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EE9ED5-2295-0AEF-7494-6A1CEC7B3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061B8-F47D-6536-F0C3-F9967BD6A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75838-1B77-43FB-ACE6-1D044A711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13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5237E-25C4-C485-FD47-B390F78B6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3FC49-BD4D-6E0B-DC88-9B838835D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BFC731-A6F7-76DD-2DE1-09A1EDB64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6CF430-656D-DF0C-55D7-65E334274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52165-1984-4F37-AEDE-682E672AB925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77B794-890F-A8C5-D47B-1286A77B9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3F1C1C-CA5E-2083-A8E8-AFBE74A3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75838-1B77-43FB-ACE6-1D044A711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892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CF95D-192C-6E52-BF1A-0D63B600A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6DBA69-F10D-E37F-0916-5310275FC1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AD4114-6809-C5C8-EA0A-A11D33CAF9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F1D690-77B4-2B74-0B74-EB2F5812B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52165-1984-4F37-AEDE-682E672AB925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4C36FB-95A9-F993-EA20-A61948B61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5DCCED-2393-A6F9-769C-D8A99AB48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75838-1B77-43FB-ACE6-1D044A711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777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6D0F1-0360-D51A-4685-BB5C77EEB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C97ACA-0965-6F38-CEBB-B7D79F9047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CA2187-1A16-B07C-98DC-41484BE43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52165-1984-4F37-AEDE-682E672AB925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EFA10-6464-F71F-8457-9A5FDFD98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9CF05-05A9-9BB9-2F85-D655D6B99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75838-1B77-43FB-ACE6-1D044A711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508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54D5F4-49C5-76E4-3ADA-42D7FA05C4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A67095-4CEE-1437-2F75-07A4752F50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7AE0B-E04E-B184-313E-8656BD066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52165-1984-4F37-AEDE-682E672AB925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88575-4F79-F95E-85E4-13C9B1A23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41E64-6480-DDEA-9023-01CDC361F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75838-1B77-43FB-ACE6-1D044A711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716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060A8B-760D-FF37-DFB9-5FDB60023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00B44B-3E91-5EEF-9E2A-B2C3A9080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007FF-A868-D935-099C-106D393A7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452165-1984-4F37-AEDE-682E672AB925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4C905-74E5-524F-CD59-2E23E0E68F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9824A-0C9E-6571-898A-1B0AB0DB8D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675838-1B77-43FB-ACE6-1D044A711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60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61A68-469E-5FBA-B406-04F77E3512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Photography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76E481-7FB8-0F01-8D21-F2BF04A817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Robbbb AND alkaline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8D18DA-5F41-FFA4-76F7-CE7E3A74DE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125" y="4445568"/>
            <a:ext cx="2571750" cy="2057400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9C4FF48-0BD7-FC70-FD42-1512B2C4DA2F}"/>
              </a:ext>
            </a:extLst>
          </p:cNvPr>
          <p:cNvSpPr/>
          <p:nvPr/>
        </p:nvSpPr>
        <p:spPr>
          <a:xfrm>
            <a:off x="5274129" y="4033157"/>
            <a:ext cx="3887286" cy="1355272"/>
          </a:xfrm>
          <a:custGeom>
            <a:avLst/>
            <a:gdLst>
              <a:gd name="csX0" fmla="*/ 0 w 3887286"/>
              <a:gd name="csY0" fmla="*/ 0 h 1355272"/>
              <a:gd name="csX1" fmla="*/ 48985 w 3887286"/>
              <a:gd name="csY1" fmla="*/ 81643 h 1355272"/>
              <a:gd name="csX2" fmla="*/ 179614 w 3887286"/>
              <a:gd name="csY2" fmla="*/ 195943 h 1355272"/>
              <a:gd name="csX3" fmla="*/ 228600 w 3887286"/>
              <a:gd name="csY3" fmla="*/ 212272 h 1355272"/>
              <a:gd name="csX4" fmla="*/ 342900 w 3887286"/>
              <a:gd name="csY4" fmla="*/ 277586 h 1355272"/>
              <a:gd name="csX5" fmla="*/ 424542 w 3887286"/>
              <a:gd name="csY5" fmla="*/ 310243 h 1355272"/>
              <a:gd name="csX6" fmla="*/ 473528 w 3887286"/>
              <a:gd name="csY6" fmla="*/ 326572 h 1355272"/>
              <a:gd name="csX7" fmla="*/ 767442 w 3887286"/>
              <a:gd name="csY7" fmla="*/ 440872 h 1355272"/>
              <a:gd name="csX8" fmla="*/ 1061357 w 3887286"/>
              <a:gd name="csY8" fmla="*/ 506186 h 1355272"/>
              <a:gd name="csX9" fmla="*/ 1159328 w 3887286"/>
              <a:gd name="csY9" fmla="*/ 555172 h 1355272"/>
              <a:gd name="csX10" fmla="*/ 1567542 w 3887286"/>
              <a:gd name="csY10" fmla="*/ 604157 h 1355272"/>
              <a:gd name="csX11" fmla="*/ 1649185 w 3887286"/>
              <a:gd name="csY11" fmla="*/ 620486 h 1355272"/>
              <a:gd name="csX12" fmla="*/ 1747157 w 3887286"/>
              <a:gd name="csY12" fmla="*/ 636814 h 1355272"/>
              <a:gd name="csX13" fmla="*/ 1861457 w 3887286"/>
              <a:gd name="csY13" fmla="*/ 685800 h 1355272"/>
              <a:gd name="csX14" fmla="*/ 1959428 w 3887286"/>
              <a:gd name="csY14" fmla="*/ 702129 h 1355272"/>
              <a:gd name="csX15" fmla="*/ 2269671 w 3887286"/>
              <a:gd name="csY15" fmla="*/ 767443 h 1355272"/>
              <a:gd name="csX16" fmla="*/ 2596242 w 3887286"/>
              <a:gd name="csY16" fmla="*/ 816429 h 1355272"/>
              <a:gd name="csX17" fmla="*/ 2694214 w 3887286"/>
              <a:gd name="csY17" fmla="*/ 832757 h 1355272"/>
              <a:gd name="csX18" fmla="*/ 2775857 w 3887286"/>
              <a:gd name="csY18" fmla="*/ 849086 h 1355272"/>
              <a:gd name="csX19" fmla="*/ 2988128 w 3887286"/>
              <a:gd name="csY19" fmla="*/ 865414 h 1355272"/>
              <a:gd name="csX20" fmla="*/ 3118757 w 3887286"/>
              <a:gd name="csY20" fmla="*/ 881743 h 1355272"/>
              <a:gd name="csX21" fmla="*/ 3363685 w 3887286"/>
              <a:gd name="csY21" fmla="*/ 898072 h 1355272"/>
              <a:gd name="csX22" fmla="*/ 3510642 w 3887286"/>
              <a:gd name="csY22" fmla="*/ 947057 h 1355272"/>
              <a:gd name="csX23" fmla="*/ 3641271 w 3887286"/>
              <a:gd name="csY23" fmla="*/ 963386 h 1355272"/>
              <a:gd name="csX24" fmla="*/ 3869871 w 3887286"/>
              <a:gd name="csY24" fmla="*/ 1028700 h 1355272"/>
              <a:gd name="csX25" fmla="*/ 3820885 w 3887286"/>
              <a:gd name="csY25" fmla="*/ 898072 h 1355272"/>
              <a:gd name="csX26" fmla="*/ 3722914 w 3887286"/>
              <a:gd name="csY26" fmla="*/ 800100 h 1355272"/>
              <a:gd name="csX27" fmla="*/ 3673928 w 3887286"/>
              <a:gd name="csY27" fmla="*/ 751114 h 1355272"/>
              <a:gd name="csX28" fmla="*/ 3624942 w 3887286"/>
              <a:gd name="csY28" fmla="*/ 702129 h 1355272"/>
              <a:gd name="csX29" fmla="*/ 3673928 w 3887286"/>
              <a:gd name="csY29" fmla="*/ 832757 h 1355272"/>
              <a:gd name="csX30" fmla="*/ 3722914 w 3887286"/>
              <a:gd name="csY30" fmla="*/ 849086 h 1355272"/>
              <a:gd name="csX31" fmla="*/ 3869871 w 3887286"/>
              <a:gd name="csY31" fmla="*/ 963386 h 1355272"/>
              <a:gd name="csX32" fmla="*/ 3869871 w 3887286"/>
              <a:gd name="csY32" fmla="*/ 1094014 h 1355272"/>
              <a:gd name="csX33" fmla="*/ 3788228 w 3887286"/>
              <a:gd name="csY33" fmla="*/ 1143000 h 1355272"/>
              <a:gd name="csX34" fmla="*/ 3690257 w 3887286"/>
              <a:gd name="csY34" fmla="*/ 1208314 h 1355272"/>
              <a:gd name="csX35" fmla="*/ 3543300 w 3887286"/>
              <a:gd name="csY35" fmla="*/ 1273629 h 1355272"/>
              <a:gd name="csX36" fmla="*/ 3461657 w 3887286"/>
              <a:gd name="csY36" fmla="*/ 1322614 h 1355272"/>
              <a:gd name="csX37" fmla="*/ 3396342 w 3887286"/>
              <a:gd name="csY37" fmla="*/ 1338943 h 1355272"/>
              <a:gd name="csX38" fmla="*/ 3396342 w 3887286"/>
              <a:gd name="csY38" fmla="*/ 1355272 h 13552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</a:cxnLst>
            <a:rect l="l" t="t" r="r" b="b"/>
            <a:pathLst>
              <a:path w="3887286" h="1355272">
                <a:moveTo>
                  <a:pt x="0" y="0"/>
                </a:moveTo>
                <a:cubicBezTo>
                  <a:pt x="16328" y="27214"/>
                  <a:pt x="29500" y="56591"/>
                  <a:pt x="48985" y="81643"/>
                </a:cubicBezTo>
                <a:cubicBezTo>
                  <a:pt x="74277" y="114161"/>
                  <a:pt x="142053" y="174479"/>
                  <a:pt x="179614" y="195943"/>
                </a:cubicBezTo>
                <a:cubicBezTo>
                  <a:pt x="194558" y="204483"/>
                  <a:pt x="213205" y="204575"/>
                  <a:pt x="228600" y="212272"/>
                </a:cubicBezTo>
                <a:cubicBezTo>
                  <a:pt x="438737" y="317342"/>
                  <a:pt x="85266" y="163082"/>
                  <a:pt x="342900" y="277586"/>
                </a:cubicBezTo>
                <a:cubicBezTo>
                  <a:pt x="369684" y="289490"/>
                  <a:pt x="397098" y="299951"/>
                  <a:pt x="424542" y="310243"/>
                </a:cubicBezTo>
                <a:cubicBezTo>
                  <a:pt x="440658" y="316287"/>
                  <a:pt x="457859" y="319450"/>
                  <a:pt x="473528" y="326572"/>
                </a:cubicBezTo>
                <a:cubicBezTo>
                  <a:pt x="651341" y="407396"/>
                  <a:pt x="561779" y="389456"/>
                  <a:pt x="767442" y="440872"/>
                </a:cubicBezTo>
                <a:cubicBezTo>
                  <a:pt x="864807" y="465213"/>
                  <a:pt x="1061357" y="506186"/>
                  <a:pt x="1061357" y="506186"/>
                </a:cubicBezTo>
                <a:cubicBezTo>
                  <a:pt x="1094014" y="522515"/>
                  <a:pt x="1123809" y="546715"/>
                  <a:pt x="1159328" y="555172"/>
                </a:cubicBezTo>
                <a:cubicBezTo>
                  <a:pt x="1231539" y="572365"/>
                  <a:pt x="1473012" y="594704"/>
                  <a:pt x="1567542" y="604157"/>
                </a:cubicBezTo>
                <a:lnTo>
                  <a:pt x="1649185" y="620486"/>
                </a:lnTo>
                <a:cubicBezTo>
                  <a:pt x="1681759" y="626408"/>
                  <a:pt x="1715513" y="627078"/>
                  <a:pt x="1747157" y="636814"/>
                </a:cubicBezTo>
                <a:cubicBezTo>
                  <a:pt x="1786776" y="649004"/>
                  <a:pt x="1821838" y="673610"/>
                  <a:pt x="1861457" y="685800"/>
                </a:cubicBezTo>
                <a:cubicBezTo>
                  <a:pt x="1893100" y="695537"/>
                  <a:pt x="1926963" y="695636"/>
                  <a:pt x="1959428" y="702129"/>
                </a:cubicBezTo>
                <a:cubicBezTo>
                  <a:pt x="2214275" y="753099"/>
                  <a:pt x="1997774" y="718007"/>
                  <a:pt x="2269671" y="767443"/>
                </a:cubicBezTo>
                <a:cubicBezTo>
                  <a:pt x="2551617" y="818706"/>
                  <a:pt x="2371600" y="784337"/>
                  <a:pt x="2596242" y="816429"/>
                </a:cubicBezTo>
                <a:cubicBezTo>
                  <a:pt x="2629017" y="821111"/>
                  <a:pt x="2661640" y="826835"/>
                  <a:pt x="2694214" y="832757"/>
                </a:cubicBezTo>
                <a:cubicBezTo>
                  <a:pt x="2721520" y="837722"/>
                  <a:pt x="2748273" y="846021"/>
                  <a:pt x="2775857" y="849086"/>
                </a:cubicBezTo>
                <a:cubicBezTo>
                  <a:pt x="2846389" y="856923"/>
                  <a:pt x="2917482" y="858686"/>
                  <a:pt x="2988128" y="865414"/>
                </a:cubicBezTo>
                <a:cubicBezTo>
                  <a:pt x="3031812" y="869574"/>
                  <a:pt x="3075040" y="877941"/>
                  <a:pt x="3118757" y="881743"/>
                </a:cubicBezTo>
                <a:cubicBezTo>
                  <a:pt x="3200273" y="888832"/>
                  <a:pt x="3282042" y="892629"/>
                  <a:pt x="3363685" y="898072"/>
                </a:cubicBezTo>
                <a:cubicBezTo>
                  <a:pt x="3412671" y="914400"/>
                  <a:pt x="3460379" y="935231"/>
                  <a:pt x="3510642" y="947057"/>
                </a:cubicBezTo>
                <a:cubicBezTo>
                  <a:pt x="3553357" y="957108"/>
                  <a:pt x="3598699" y="952743"/>
                  <a:pt x="3641271" y="963386"/>
                </a:cubicBezTo>
                <a:cubicBezTo>
                  <a:pt x="4045320" y="1064399"/>
                  <a:pt x="3553443" y="975964"/>
                  <a:pt x="3869871" y="1028700"/>
                </a:cubicBezTo>
                <a:cubicBezTo>
                  <a:pt x="3858374" y="982711"/>
                  <a:pt x="3851934" y="936884"/>
                  <a:pt x="3820885" y="898072"/>
                </a:cubicBezTo>
                <a:cubicBezTo>
                  <a:pt x="3792034" y="862008"/>
                  <a:pt x="3755571" y="832757"/>
                  <a:pt x="3722914" y="800100"/>
                </a:cubicBezTo>
                <a:lnTo>
                  <a:pt x="3673928" y="751114"/>
                </a:lnTo>
                <a:lnTo>
                  <a:pt x="3624942" y="702129"/>
                </a:lnTo>
                <a:cubicBezTo>
                  <a:pt x="3633793" y="746385"/>
                  <a:pt x="3633885" y="800723"/>
                  <a:pt x="3673928" y="832757"/>
                </a:cubicBezTo>
                <a:cubicBezTo>
                  <a:pt x="3687368" y="843509"/>
                  <a:pt x="3707868" y="840727"/>
                  <a:pt x="3722914" y="849086"/>
                </a:cubicBezTo>
                <a:cubicBezTo>
                  <a:pt x="3810803" y="897913"/>
                  <a:pt x="3810368" y="903883"/>
                  <a:pt x="3869871" y="963386"/>
                </a:cubicBezTo>
                <a:cubicBezTo>
                  <a:pt x="3879704" y="1002716"/>
                  <a:pt x="3903582" y="1054684"/>
                  <a:pt x="3869871" y="1094014"/>
                </a:cubicBezTo>
                <a:cubicBezTo>
                  <a:pt x="3849217" y="1118111"/>
                  <a:pt x="3815003" y="1125961"/>
                  <a:pt x="3788228" y="1143000"/>
                </a:cubicBezTo>
                <a:cubicBezTo>
                  <a:pt x="3755115" y="1164072"/>
                  <a:pt x="3726699" y="1193737"/>
                  <a:pt x="3690257" y="1208314"/>
                </a:cubicBezTo>
                <a:cubicBezTo>
                  <a:pt x="3625378" y="1234266"/>
                  <a:pt x="3602141" y="1240940"/>
                  <a:pt x="3543300" y="1273629"/>
                </a:cubicBezTo>
                <a:cubicBezTo>
                  <a:pt x="3515557" y="1289042"/>
                  <a:pt x="3490659" y="1309725"/>
                  <a:pt x="3461657" y="1322614"/>
                </a:cubicBezTo>
                <a:cubicBezTo>
                  <a:pt x="3441149" y="1331728"/>
                  <a:pt x="3416414" y="1328907"/>
                  <a:pt x="3396342" y="1338943"/>
                </a:cubicBezTo>
                <a:cubicBezTo>
                  <a:pt x="3391474" y="1341377"/>
                  <a:pt x="3396342" y="1349829"/>
                  <a:pt x="3396342" y="135527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6AC742-CF0B-0830-0624-26E9AF51B9FB}"/>
              </a:ext>
            </a:extLst>
          </p:cNvPr>
          <p:cNvSpPr/>
          <p:nvPr/>
        </p:nvSpPr>
        <p:spPr>
          <a:xfrm>
            <a:off x="7609114" y="3804557"/>
            <a:ext cx="3477986" cy="968026"/>
          </a:xfrm>
          <a:custGeom>
            <a:avLst/>
            <a:gdLst>
              <a:gd name="csX0" fmla="*/ 0 w 3477986"/>
              <a:gd name="csY0" fmla="*/ 0 h 968026"/>
              <a:gd name="csX1" fmla="*/ 734786 w 3477986"/>
              <a:gd name="csY1" fmla="*/ 48986 h 968026"/>
              <a:gd name="csX2" fmla="*/ 865415 w 3477986"/>
              <a:gd name="csY2" fmla="*/ 65314 h 968026"/>
              <a:gd name="csX3" fmla="*/ 1763486 w 3477986"/>
              <a:gd name="csY3" fmla="*/ 97972 h 968026"/>
              <a:gd name="csX4" fmla="*/ 2106386 w 3477986"/>
              <a:gd name="csY4" fmla="*/ 130629 h 968026"/>
              <a:gd name="csX5" fmla="*/ 2204357 w 3477986"/>
              <a:gd name="csY5" fmla="*/ 146957 h 968026"/>
              <a:gd name="csX6" fmla="*/ 2351315 w 3477986"/>
              <a:gd name="csY6" fmla="*/ 195943 h 968026"/>
              <a:gd name="csX7" fmla="*/ 2481943 w 3477986"/>
              <a:gd name="csY7" fmla="*/ 228600 h 968026"/>
              <a:gd name="csX8" fmla="*/ 2628900 w 3477986"/>
              <a:gd name="csY8" fmla="*/ 310243 h 968026"/>
              <a:gd name="csX9" fmla="*/ 2743200 w 3477986"/>
              <a:gd name="csY9" fmla="*/ 391886 h 968026"/>
              <a:gd name="csX10" fmla="*/ 2841172 w 3477986"/>
              <a:gd name="csY10" fmla="*/ 440872 h 968026"/>
              <a:gd name="csX11" fmla="*/ 2971800 w 3477986"/>
              <a:gd name="csY11" fmla="*/ 538843 h 968026"/>
              <a:gd name="csX12" fmla="*/ 3086100 w 3477986"/>
              <a:gd name="csY12" fmla="*/ 620486 h 968026"/>
              <a:gd name="csX13" fmla="*/ 3151415 w 3477986"/>
              <a:gd name="csY13" fmla="*/ 767443 h 968026"/>
              <a:gd name="csX14" fmla="*/ 3167743 w 3477986"/>
              <a:gd name="csY14" fmla="*/ 832757 h 968026"/>
              <a:gd name="csX15" fmla="*/ 3184072 w 3477986"/>
              <a:gd name="csY15" fmla="*/ 881743 h 968026"/>
              <a:gd name="csX16" fmla="*/ 3200400 w 3477986"/>
              <a:gd name="csY16" fmla="*/ 963386 h 968026"/>
              <a:gd name="csX17" fmla="*/ 3118757 w 3477986"/>
              <a:gd name="csY17" fmla="*/ 930729 h 968026"/>
              <a:gd name="csX18" fmla="*/ 2906486 w 3477986"/>
              <a:gd name="csY18" fmla="*/ 783772 h 968026"/>
              <a:gd name="csX19" fmla="*/ 2841172 w 3477986"/>
              <a:gd name="csY19" fmla="*/ 718457 h 968026"/>
              <a:gd name="csX20" fmla="*/ 2890157 w 3477986"/>
              <a:gd name="csY20" fmla="*/ 751114 h 968026"/>
              <a:gd name="csX21" fmla="*/ 2988129 w 3477986"/>
              <a:gd name="csY21" fmla="*/ 800100 h 968026"/>
              <a:gd name="csX22" fmla="*/ 3037115 w 3477986"/>
              <a:gd name="csY22" fmla="*/ 832757 h 968026"/>
              <a:gd name="csX23" fmla="*/ 3167743 w 3477986"/>
              <a:gd name="csY23" fmla="*/ 865414 h 968026"/>
              <a:gd name="csX24" fmla="*/ 3200400 w 3477986"/>
              <a:gd name="csY24" fmla="*/ 898072 h 968026"/>
              <a:gd name="csX25" fmla="*/ 3216729 w 3477986"/>
              <a:gd name="csY25" fmla="*/ 947057 h 968026"/>
              <a:gd name="csX26" fmla="*/ 3282043 w 3477986"/>
              <a:gd name="csY26" fmla="*/ 898072 h 968026"/>
              <a:gd name="csX27" fmla="*/ 3380015 w 3477986"/>
              <a:gd name="csY27" fmla="*/ 767443 h 968026"/>
              <a:gd name="csX28" fmla="*/ 3445329 w 3477986"/>
              <a:gd name="csY28" fmla="*/ 653143 h 968026"/>
              <a:gd name="csX29" fmla="*/ 3477986 w 3477986"/>
              <a:gd name="csY29" fmla="*/ 620486 h 9680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3477986" h="968026">
                <a:moveTo>
                  <a:pt x="0" y="0"/>
                </a:moveTo>
                <a:cubicBezTo>
                  <a:pt x="1026210" y="89235"/>
                  <a:pt x="-256725" y="-17114"/>
                  <a:pt x="734786" y="48986"/>
                </a:cubicBezTo>
                <a:cubicBezTo>
                  <a:pt x="778571" y="51905"/>
                  <a:pt x="821583" y="63227"/>
                  <a:pt x="865415" y="65314"/>
                </a:cubicBezTo>
                <a:cubicBezTo>
                  <a:pt x="1164631" y="79562"/>
                  <a:pt x="1464129" y="87086"/>
                  <a:pt x="1763486" y="97972"/>
                </a:cubicBezTo>
                <a:cubicBezTo>
                  <a:pt x="1954625" y="136198"/>
                  <a:pt x="1742181" y="97520"/>
                  <a:pt x="2106386" y="130629"/>
                </a:cubicBezTo>
                <a:cubicBezTo>
                  <a:pt x="2139357" y="133626"/>
                  <a:pt x="2171700" y="141514"/>
                  <a:pt x="2204357" y="146957"/>
                </a:cubicBezTo>
                <a:cubicBezTo>
                  <a:pt x="2253343" y="163286"/>
                  <a:pt x="2301221" y="183419"/>
                  <a:pt x="2351315" y="195943"/>
                </a:cubicBezTo>
                <a:lnTo>
                  <a:pt x="2481943" y="228600"/>
                </a:lnTo>
                <a:cubicBezTo>
                  <a:pt x="2654458" y="343609"/>
                  <a:pt x="2340071" y="136945"/>
                  <a:pt x="2628900" y="310243"/>
                </a:cubicBezTo>
                <a:cubicBezTo>
                  <a:pt x="2734981" y="373892"/>
                  <a:pt x="2653496" y="342050"/>
                  <a:pt x="2743200" y="391886"/>
                </a:cubicBezTo>
                <a:cubicBezTo>
                  <a:pt x="2775117" y="409618"/>
                  <a:pt x="2810459" y="421128"/>
                  <a:pt x="2841172" y="440872"/>
                </a:cubicBezTo>
                <a:cubicBezTo>
                  <a:pt x="2886956" y="470305"/>
                  <a:pt x="2926513" y="508652"/>
                  <a:pt x="2971800" y="538843"/>
                </a:cubicBezTo>
                <a:cubicBezTo>
                  <a:pt x="3043430" y="586596"/>
                  <a:pt x="3005086" y="559725"/>
                  <a:pt x="3086100" y="620486"/>
                </a:cubicBezTo>
                <a:cubicBezTo>
                  <a:pt x="3124395" y="773663"/>
                  <a:pt x="3070704" y="585842"/>
                  <a:pt x="3151415" y="767443"/>
                </a:cubicBezTo>
                <a:cubicBezTo>
                  <a:pt x="3160529" y="787950"/>
                  <a:pt x="3161578" y="811179"/>
                  <a:pt x="3167743" y="832757"/>
                </a:cubicBezTo>
                <a:cubicBezTo>
                  <a:pt x="3172471" y="849307"/>
                  <a:pt x="3179898" y="865045"/>
                  <a:pt x="3184072" y="881743"/>
                </a:cubicBezTo>
                <a:cubicBezTo>
                  <a:pt x="3190803" y="908668"/>
                  <a:pt x="3222603" y="946734"/>
                  <a:pt x="3200400" y="963386"/>
                </a:cubicBezTo>
                <a:cubicBezTo>
                  <a:pt x="3176951" y="980972"/>
                  <a:pt x="3144973" y="943837"/>
                  <a:pt x="3118757" y="930729"/>
                </a:cubicBezTo>
                <a:cubicBezTo>
                  <a:pt x="3061596" y="902148"/>
                  <a:pt x="2940477" y="817764"/>
                  <a:pt x="2906486" y="783772"/>
                </a:cubicBezTo>
                <a:cubicBezTo>
                  <a:pt x="2884715" y="762000"/>
                  <a:pt x="2854942" y="745996"/>
                  <a:pt x="2841172" y="718457"/>
                </a:cubicBezTo>
                <a:cubicBezTo>
                  <a:pt x="2832396" y="700905"/>
                  <a:pt x="2874833" y="738855"/>
                  <a:pt x="2890157" y="751114"/>
                </a:cubicBezTo>
                <a:cubicBezTo>
                  <a:pt x="2956328" y="804051"/>
                  <a:pt x="2882159" y="773608"/>
                  <a:pt x="2988129" y="800100"/>
                </a:cubicBezTo>
                <a:cubicBezTo>
                  <a:pt x="3004458" y="810986"/>
                  <a:pt x="3019562" y="823981"/>
                  <a:pt x="3037115" y="832757"/>
                </a:cubicBezTo>
                <a:cubicBezTo>
                  <a:pt x="3070592" y="849496"/>
                  <a:pt x="3136684" y="859202"/>
                  <a:pt x="3167743" y="865414"/>
                </a:cubicBezTo>
                <a:cubicBezTo>
                  <a:pt x="3178629" y="876300"/>
                  <a:pt x="3192479" y="884871"/>
                  <a:pt x="3200400" y="898072"/>
                </a:cubicBezTo>
                <a:cubicBezTo>
                  <a:pt x="3209255" y="912831"/>
                  <a:pt x="3199517" y="947057"/>
                  <a:pt x="3216729" y="947057"/>
                </a:cubicBezTo>
                <a:cubicBezTo>
                  <a:pt x="3243943" y="947057"/>
                  <a:pt x="3263737" y="918209"/>
                  <a:pt x="3282043" y="898072"/>
                </a:cubicBezTo>
                <a:cubicBezTo>
                  <a:pt x="3318656" y="857798"/>
                  <a:pt x="3355674" y="816126"/>
                  <a:pt x="3380015" y="767443"/>
                </a:cubicBezTo>
                <a:cubicBezTo>
                  <a:pt x="3402363" y="722746"/>
                  <a:pt x="3414557" y="691608"/>
                  <a:pt x="3445329" y="653143"/>
                </a:cubicBezTo>
                <a:cubicBezTo>
                  <a:pt x="3454946" y="641122"/>
                  <a:pt x="3467100" y="631372"/>
                  <a:pt x="3477986" y="62048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43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DB639-3A3F-F2E2-B946-6C50824F5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9D22F-8831-FB5F-CE25-7495DE53C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Photography is one of the most dangerous badges ever, right after fingerprinting.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CC548B-F282-45B2-FAB1-DB3915B371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3627" y="2523671"/>
            <a:ext cx="5682344" cy="3788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160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3CE06-8FE0-BE02-775F-D62415DB7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DANGERS!!!!!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5C0A87-22DF-6308-9A04-E89C90AA9B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13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AAB64-2AF1-9830-33E4-6E5D7D707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9C078A-978F-EF87-867B-DA96A5BE94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885" y="1825625"/>
            <a:ext cx="725223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636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9A87B-93F1-38CF-19FB-74A212E03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Sand Traps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B81BCA-C622-0ED8-A3FB-186C1C0273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2569" y="1825625"/>
            <a:ext cx="6206862" cy="4127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202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19857-A605-1AA2-7060-8CFA95566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Downed Power Lines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98B95F-C8EA-37E9-FA9C-B26F6D4488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788" y="1825625"/>
            <a:ext cx="652642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850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3770F-6823-92CB-C609-F2D323C97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Gators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50C6F3-676F-7032-9564-B344A1E8C9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735" y="1315815"/>
            <a:ext cx="6188529" cy="517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276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56988-ABC3-AFE3-63CE-7EA2E93FD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Bermuda Triangle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1C82740-036B-AC54-BB9A-17AC75C58F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9541" y="1378709"/>
            <a:ext cx="7132917" cy="51141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5BDD42F-473B-A3ED-F65B-E95A24F0DB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3838" y="5803900"/>
            <a:ext cx="503048" cy="688975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8D377843-3DDC-935C-4B91-5AC105A23F03}"/>
              </a:ext>
            </a:extLst>
          </p:cNvPr>
          <p:cNvSpPr/>
          <p:nvPr/>
        </p:nvSpPr>
        <p:spPr>
          <a:xfrm>
            <a:off x="4016829" y="2583656"/>
            <a:ext cx="1338942" cy="1325563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CBFA0D78-6F2D-3D70-EEB8-28F3C06CE627}"/>
              </a:ext>
            </a:extLst>
          </p:cNvPr>
          <p:cNvSpPr/>
          <p:nvPr/>
        </p:nvSpPr>
        <p:spPr>
          <a:xfrm rot="21155183">
            <a:off x="2335889" y="3515933"/>
            <a:ext cx="1485900" cy="257515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252A3C99-A9F9-4101-B764-E80C4D0166B8}"/>
              </a:ext>
            </a:extLst>
          </p:cNvPr>
          <p:cNvSpPr/>
          <p:nvPr/>
        </p:nvSpPr>
        <p:spPr>
          <a:xfrm rot="14599837">
            <a:off x="5061347" y="4397679"/>
            <a:ext cx="1485900" cy="257515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83CD56E7-A1F5-D203-6079-864BFDC9DCC2}"/>
              </a:ext>
            </a:extLst>
          </p:cNvPr>
          <p:cNvSpPr/>
          <p:nvPr/>
        </p:nvSpPr>
        <p:spPr>
          <a:xfrm rot="10979408">
            <a:off x="6101704" y="2834513"/>
            <a:ext cx="1485900" cy="257515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826A764A-8776-FDBE-1C77-3415DCF8D7E8}"/>
              </a:ext>
            </a:extLst>
          </p:cNvPr>
          <p:cNvSpPr/>
          <p:nvPr/>
        </p:nvSpPr>
        <p:spPr>
          <a:xfrm rot="7292410">
            <a:off x="4634310" y="1888189"/>
            <a:ext cx="1485900" cy="207088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950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9E1F0-FDE8-855A-F0C7-2C9BFE851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Quicksand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D42CFA-0DA9-9D4D-9E8B-8ED8220A88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5427" y="1959429"/>
            <a:ext cx="5461145" cy="4533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5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B0973-966D-88D9-06B3-F9DC49A91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</a:t>
            </a:r>
            <a:r>
              <a:rPr lang="en-US" dirty="0" err="1"/>
              <a:t>ing</a:t>
            </a:r>
            <a:r>
              <a:rPr lang="en-US" dirty="0"/>
              <a:t>  </a:t>
            </a:r>
            <a:r>
              <a:rPr lang="en-US" dirty="0" err="1"/>
              <a:t>timerrrrrr</a:t>
            </a:r>
            <a:r>
              <a:rPr lang="en-US" dirty="0"/>
              <a:t>!!!!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ADCCE2-97D7-74A5-8A81-E197FC14AC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500" y="1524000"/>
            <a:ext cx="6540500" cy="46783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93B057B-8A0A-AB46-CCAB-3D0188A29B9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4598" y="2273300"/>
            <a:ext cx="636259" cy="200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554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35</Words>
  <Application>Microsoft Office PowerPoint</Application>
  <PresentationFormat>Widescreen</PresentationFormat>
  <Paragraphs>12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Photography</vt:lpstr>
      <vt:lpstr>Safety </vt:lpstr>
      <vt:lpstr>DANGERS!!!!!</vt:lpstr>
      <vt:lpstr>Pits</vt:lpstr>
      <vt:lpstr>Sand Traps</vt:lpstr>
      <vt:lpstr>Downed Power Lines</vt:lpstr>
      <vt:lpstr>Gators</vt:lpstr>
      <vt:lpstr>Bermuda Triangle</vt:lpstr>
      <vt:lpstr>Quicksand</vt:lpstr>
      <vt:lpstr>End ing  timerrrrrr!!!!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APEx</dc:creator>
  <cp:lastModifiedBy>APEx</cp:lastModifiedBy>
  <cp:revision>8</cp:revision>
  <dcterms:created xsi:type="dcterms:W3CDTF">2026-08-10T15:33:10Z</dcterms:created>
  <dcterms:modified xsi:type="dcterms:W3CDTF">2026-08-10T19:35:26Z</dcterms:modified>
</cp:coreProperties>
</file>